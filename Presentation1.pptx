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2FE53-2605-405E-8ED5-5A310E57398B}" type="datetimeFigureOut">
              <a:rPr lang="en-US" smtClean="0"/>
              <a:t>7/4/2022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CD2D7-A7F3-4530-BD2D-81103DCFE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7442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2FE53-2605-405E-8ED5-5A310E57398B}" type="datetimeFigureOut">
              <a:rPr lang="en-US" smtClean="0"/>
              <a:t>7/4/2022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CD2D7-A7F3-4530-BD2D-81103DCFE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4878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2FE53-2605-405E-8ED5-5A310E57398B}" type="datetimeFigureOut">
              <a:rPr lang="en-US" smtClean="0"/>
              <a:t>7/4/2022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CD2D7-A7F3-4530-BD2D-81103DCFE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6795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2FE53-2605-405E-8ED5-5A310E57398B}" type="datetimeFigureOut">
              <a:rPr lang="en-US" smtClean="0"/>
              <a:t>7/4/2022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CD2D7-A7F3-4530-BD2D-81103DCFE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351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2FE53-2605-405E-8ED5-5A310E57398B}" type="datetimeFigureOut">
              <a:rPr lang="en-US" smtClean="0"/>
              <a:t>7/4/2022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CD2D7-A7F3-4530-BD2D-81103DCFE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3704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2FE53-2605-405E-8ED5-5A310E57398B}" type="datetimeFigureOut">
              <a:rPr lang="en-US" smtClean="0"/>
              <a:t>7/4/2022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CD2D7-A7F3-4530-BD2D-81103DCFE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85655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2FE53-2605-405E-8ED5-5A310E57398B}" type="datetimeFigureOut">
              <a:rPr lang="en-US" smtClean="0"/>
              <a:t>7/4/2022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CD2D7-A7F3-4530-BD2D-81103DCFE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3876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2FE53-2605-405E-8ED5-5A310E57398B}" type="datetimeFigureOut">
              <a:rPr lang="en-US" smtClean="0"/>
              <a:t>7/4/2022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CD2D7-A7F3-4530-BD2D-81103DCFE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3996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2FE53-2605-405E-8ED5-5A310E57398B}" type="datetimeFigureOut">
              <a:rPr lang="en-US" smtClean="0"/>
              <a:t>7/4/2022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CD2D7-A7F3-4530-BD2D-81103DCFE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3482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2FE53-2605-405E-8ED5-5A310E57398B}" type="datetimeFigureOut">
              <a:rPr lang="en-US" smtClean="0"/>
              <a:t>7/4/2022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CD2D7-A7F3-4530-BD2D-81103DCFE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086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2FE53-2605-405E-8ED5-5A310E57398B}" type="datetimeFigureOut">
              <a:rPr lang="en-US" smtClean="0"/>
              <a:t>7/4/2022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CD2D7-A7F3-4530-BD2D-81103DCFE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587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52FE53-2605-405E-8ED5-5A310E57398B}" type="datetimeFigureOut">
              <a:rPr lang="en-US" smtClean="0"/>
              <a:t>7/4/2022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3CD2D7-A7F3-4530-BD2D-81103DCFEF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3142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gif"/><Relationship Id="rId4" Type="http://schemas.openxmlformats.org/officeDocument/2006/relationships/image" Target="../media/image3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19" y="0"/>
            <a:ext cx="12192000" cy="682564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4975" y="3412820"/>
            <a:ext cx="3076575" cy="27908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4350" y="-514350"/>
            <a:ext cx="4463142" cy="29622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7050" y="1866900"/>
            <a:ext cx="2095500" cy="169545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2178" y="1543050"/>
            <a:ext cx="2123472" cy="201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2313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719 0.11713 L -1.04102 -0.10394 " pathEditMode="relative" rAng="0" ptsTypes="AA">
                                      <p:cBhvr>
                                        <p:cTn id="9" dur="13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1198" y="-11065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-2.22222E-6 L -0.92357 -0.02986 " pathEditMode="relative" rAng="0" ptsTypes="AA">
                                      <p:cBhvr>
                                        <p:cTn id="11" dur="1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6185" y="-150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5</cp:revision>
  <dcterms:created xsi:type="dcterms:W3CDTF">2022-07-04T10:56:35Z</dcterms:created>
  <dcterms:modified xsi:type="dcterms:W3CDTF">2022-07-04T11:51:10Z</dcterms:modified>
</cp:coreProperties>
</file>